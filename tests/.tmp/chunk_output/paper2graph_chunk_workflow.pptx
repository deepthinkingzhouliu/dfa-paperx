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3475" y="571500"/>
            <a:ext cx="7781925" cy="2266950"/>
          </a:xfrm>
          <a:prstGeom prst="rect">
            <a:avLst/>
          </a:prstGeom>
        </p:spPr>
      </p:pic>
      <p:pic>
        <p:nvPicPr>
          <p:cNvPr id="3" name="Picture 2" descr="c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71500"/>
            <a:ext cx="3800475" cy="5534025"/>
          </a:xfrm>
          <a:prstGeom prst="rect">
            <a:avLst/>
          </a:prstGeom>
        </p:spPr>
      </p:pic>
      <p:pic>
        <p:nvPicPr>
          <p:cNvPr id="4" name="Picture 3" descr="c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3475" y="3219450"/>
            <a:ext cx="4191000" cy="2886075"/>
          </a:xfrm>
          <a:prstGeom prst="rect">
            <a:avLst/>
          </a:prstGeom>
        </p:spPr>
      </p:pic>
      <p:pic>
        <p:nvPicPr>
          <p:cNvPr id="5" name="Picture 4" descr="c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00" y="3219450"/>
            <a:ext cx="7991475" cy="2886075"/>
          </a:xfrm>
          <a:prstGeom prst="rect">
            <a:avLst/>
          </a:prstGeom>
        </p:spPr>
      </p:pic>
      <p:pic>
        <p:nvPicPr>
          <p:cNvPr id="6" name="Picture 5" descr="c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6486525"/>
            <a:ext cx="3800475" cy="3219450"/>
          </a:xfrm>
          <a:prstGeom prst="rect">
            <a:avLst/>
          </a:prstGeom>
        </p:spPr>
      </p:pic>
      <p:pic>
        <p:nvPicPr>
          <p:cNvPr id="7" name="Picture 6" descr="c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15925" y="6486525"/>
            <a:ext cx="4400550" cy="3219450"/>
          </a:xfrm>
          <a:prstGeom prst="rect">
            <a:avLst/>
          </a:prstGeom>
        </p:spPr>
      </p:pic>
      <p:pic>
        <p:nvPicPr>
          <p:cNvPr id="8" name="Picture 7" descr="c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43475" y="6486525"/>
            <a:ext cx="7781925" cy="3219450"/>
          </a:xfrm>
          <a:prstGeom prst="rect">
            <a:avLst/>
          </a:prstGeom>
        </p:spPr>
      </p:pic>
      <p:pic>
        <p:nvPicPr>
          <p:cNvPr id="9" name="Picture 8" descr="c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115925" y="571500"/>
            <a:ext cx="4400550" cy="22669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