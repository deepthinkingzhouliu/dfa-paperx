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14525" y="2800350"/>
            <a:ext cx="5143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00475" y="2800350"/>
            <a:ext cx="5143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43525" y="2800350"/>
            <a:ext cx="5143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43775" y="2800350"/>
            <a:ext cx="6096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82075" y="1943100"/>
            <a:ext cx="628650" cy="85725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810875" y="1657350"/>
            <a:ext cx="542925" cy="28575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343775" y="1657350"/>
            <a:ext cx="523875" cy="1143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067800" y="1343025"/>
            <a:ext cx="742950" cy="314325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71650" y="1257300"/>
            <a:ext cx="8039100" cy="85725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82075" y="2800350"/>
            <a:ext cx="600075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839450" y="2800350"/>
            <a:ext cx="619125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601575" y="2795587"/>
            <a:ext cx="619125" cy="47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696825" y="1657350"/>
            <a:ext cx="523875" cy="1138237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535150" y="2795587"/>
            <a:ext cx="514350" cy="47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696825" y="1657350"/>
            <a:ext cx="42100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392525" y="1657350"/>
            <a:ext cx="514350" cy="1143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18597"/>
            <a:ext cx="1343025" cy="1363506"/>
          </a:xfrm>
          <a:prstGeom prst="rect">
            <a:avLst/>
          </a:prstGeom>
        </p:spPr>
      </p:pic>
      <p:pic>
        <p:nvPicPr>
          <p:cNvPr id="19" name="Picture 18" descr="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574622"/>
            <a:ext cx="1057275" cy="136535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428875" y="2571750"/>
            <a:ext cx="1371600" cy="45720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Patch Embedding</a:t>
            </a:r>
            <a:br/>
            <a:r>
              <a:t>(Small Patches)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4825" y="2600325"/>
            <a:ext cx="1028700" cy="400050"/>
          </a:xfrm>
          <a:prstGeom prst="roundRect">
            <a:avLst/>
          </a:prstGeom>
          <a:solidFill>
            <a:srgbClr val="FC8D62"/>
          </a:solidFill>
          <a:ln w="19050">
            <a:solidFill>
              <a:srgbClr val="C4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Localization</a:t>
            </a:r>
            <a:br/>
            <a:r>
              <a:t>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7875" y="2486025"/>
            <a:ext cx="1485900" cy="628650"/>
          </a:xfrm>
          <a:prstGeom prst="roundRect">
            <a:avLst/>
          </a:prstGeom>
          <a:solidFill>
            <a:srgbClr val="4A90D9"/>
          </a:solidFill>
          <a:ln w="2222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SegFormer</a:t>
            </a:r>
            <a:br/>
            <a:r>
              <a:t>Backbone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3375" y="2571750"/>
            <a:ext cx="1028700" cy="457200"/>
          </a:xfrm>
          <a:prstGeom prst="roundRect">
            <a:avLst/>
          </a:prstGeom>
          <a:solidFill>
            <a:srgbClr val="FC8D62"/>
          </a:solidFill>
          <a:ln w="19050">
            <a:solidFill>
              <a:srgbClr val="C4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Adapter</a:t>
            </a:r>
            <a:br/>
            <a:r>
              <a:t>Module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7650" y="1428750"/>
            <a:ext cx="1200150" cy="457200"/>
          </a:xfrm>
          <a:prstGeom prst="roundRect">
            <a:avLst/>
          </a:prstGeom>
          <a:solidFill>
            <a:srgbClr val="8DA0CB"/>
          </a:solidFill>
          <a:ln w="19050">
            <a:solidFill>
              <a:srgbClr val="5F6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Classification</a:t>
            </a:r>
            <a:br/>
            <a:r>
              <a:t>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0750" y="1143000"/>
            <a:ext cx="800100" cy="400050"/>
          </a:xfrm>
          <a:prstGeom prst="roundRect">
            <a:avLst/>
          </a:prstGeom>
          <a:solidFill>
            <a:srgbClr val="E41A1C"/>
          </a:solidFill>
          <a:ln w="19050">
            <a:solidFill>
              <a:srgbClr val="A3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L_cls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0725" y="1714500"/>
            <a:ext cx="1200150" cy="457200"/>
          </a:xfrm>
          <a:prstGeom prst="roundRect">
            <a:avLst/>
          </a:prstGeom>
          <a:solidFill>
            <a:srgbClr val="66C2A5"/>
          </a:solidFill>
          <a:ln w="1905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Segmentation</a:t>
            </a:r>
            <a:br/>
            <a:r>
              <a:t>Decoder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2150" y="2571750"/>
            <a:ext cx="1257300" cy="457200"/>
          </a:xfrm>
          <a:prstGeom prst="roundRect">
            <a:avLst/>
          </a:prstGeom>
          <a:solidFill>
            <a:srgbClr val="8DA0CB"/>
          </a:solidFill>
          <a:ln w="19050">
            <a:solidFill>
              <a:srgbClr val="5F6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Patch</a:t>
            </a:r>
            <a:br/>
            <a:r>
              <a:t>Clustering</a:t>
            </a:r>
          </a:p>
        </p:txBody>
      </p:sp>
      <p:pic>
        <p:nvPicPr>
          <p:cNvPr id="28" name="Picture 27" descr="n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800" y="977079"/>
            <a:ext cx="1343025" cy="136054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1458575" y="2543175"/>
            <a:ext cx="1143000" cy="514350"/>
          </a:xfrm>
          <a:prstGeom prst="roundRect">
            <a:avLst/>
          </a:prstGeom>
          <a:solidFill>
            <a:srgbClr val="FC8D62"/>
          </a:solidFill>
          <a:ln w="19050">
            <a:solidFill>
              <a:srgbClr val="C4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Memory</a:t>
            </a:r>
            <a:br/>
            <a:r>
              <a:t>Bank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20700" y="2552700"/>
            <a:ext cx="1314450" cy="485775"/>
          </a:xfrm>
          <a:prstGeom prst="roundRect">
            <a:avLst/>
          </a:prstGeom>
          <a:solidFill>
            <a:srgbClr val="66C2A5"/>
          </a:solidFill>
          <a:ln w="1905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Pseudo-label</a:t>
            </a:r>
            <a:br/>
            <a:r>
              <a:t>Generator</a:t>
            </a:r>
          </a:p>
        </p:txBody>
      </p:sp>
      <p:pic>
        <p:nvPicPr>
          <p:cNvPr id="31" name="Picture 30" descr="n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9500" y="2118597"/>
            <a:ext cx="1343025" cy="136350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6906875" y="1457325"/>
            <a:ext cx="800100" cy="400050"/>
          </a:xfrm>
          <a:prstGeom prst="roundRect">
            <a:avLst/>
          </a:prstGeom>
          <a:solidFill>
            <a:srgbClr val="E41A1C"/>
          </a:solidFill>
          <a:ln w="19050">
            <a:solidFill>
              <a:srgbClr val="A3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L_ce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