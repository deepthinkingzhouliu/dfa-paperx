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28825" y="2252662"/>
            <a:ext cx="504825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533650" y="2257425"/>
            <a:ext cx="504825" cy="1119187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1500" y="3376612"/>
            <a:ext cx="514350" cy="47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895850" y="2252662"/>
            <a:ext cx="504825" cy="112871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533650" y="2028825"/>
            <a:ext cx="3509962" cy="2286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686550" y="2171700"/>
            <a:ext cx="514350" cy="809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86550" y="2252662"/>
            <a:ext cx="514350" cy="8096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895850" y="876300"/>
            <a:ext cx="3595687" cy="25050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200900" y="876300"/>
            <a:ext cx="1290637" cy="14573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248775" y="1123950"/>
            <a:ext cx="533400" cy="4762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353800" y="790575"/>
            <a:ext cx="1295400" cy="3333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649200" y="766762"/>
            <a:ext cx="1657350" cy="23813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00900" y="2009775"/>
            <a:ext cx="1290637" cy="1619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00900" y="2009775"/>
            <a:ext cx="1290637" cy="3238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77350" y="2247900"/>
            <a:ext cx="1295400" cy="95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572750" y="962025"/>
            <a:ext cx="2081212" cy="12954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00162" y="1133475"/>
            <a:ext cx="13539788" cy="13716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653962" y="1133475"/>
            <a:ext cx="2185988" cy="3333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735300" y="1414462"/>
            <a:ext cx="514350" cy="196215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71500" y="2000250"/>
            <a:ext cx="1457325" cy="5048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Expert Dataset</a:t>
            </a:r>
            <a:br/>
            <a:r>
              <a:t>D_expert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38475" y="3152775"/>
            <a:ext cx="1343025" cy="447675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Initial LLM Policy π0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675" y="2028825"/>
            <a:ext cx="1285875" cy="447675"/>
          </a:xfrm>
          <a:prstGeom prst="roundRect">
            <a:avLst/>
          </a:prstGeom>
          <a:solidFill>
            <a:srgbClr val="66C2A5"/>
          </a:solidFill>
          <a:ln w="19050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Environment</a:t>
            </a:r>
            <a:br/>
            <a:r>
              <a:t>Simulator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34300" y="876300"/>
            <a:ext cx="1514475" cy="5048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Rollout Dataset</a:t>
            </a:r>
            <a:br/>
            <a:r>
              <a:t>D_rollout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05725" y="2009775"/>
            <a:ext cx="1571625" cy="47625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SR (Self-Reflection)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2175" y="885825"/>
            <a:ext cx="1571625" cy="476250"/>
          </a:xfrm>
          <a:prstGeom prst="roundRect">
            <a:avLst/>
          </a:prstGeom>
          <a:solidFill>
            <a:srgbClr val="8DA0CB"/>
          </a:solidFill>
          <a:ln w="19050">
            <a:solidFill>
              <a:srgbClr val="5F6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IWM (Implicit World</a:t>
            </a:r>
            <a:br/>
            <a:r>
              <a:t>Modeling)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68150" y="962025"/>
            <a:ext cx="1571625" cy="5048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Reflection Dataset</a:t>
            </a:r>
            <a:br/>
            <a:r>
              <a:t>D_refl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306550" y="571500"/>
            <a:ext cx="1066800" cy="390525"/>
          </a:xfrm>
          <a:prstGeom prst="roundRect">
            <a:avLst/>
          </a:prstGeom>
          <a:solidFill>
            <a:srgbClr val="FC8D62"/>
          </a:solidFill>
          <a:ln w="17780">
            <a:solidFill>
              <a:srgbClr val="C46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NLL</a:t>
            </a:r>
            <a:br/>
            <a:r>
              <a:t>Dynamics Loss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944600" y="1133475"/>
            <a:ext cx="1790700" cy="561975"/>
          </a:xfrm>
          <a:prstGeom prst="roundRect">
            <a:avLst/>
          </a:prstGeom>
          <a:solidFill>
            <a:srgbClr val="4A90D9"/>
          </a:solidFill>
          <a:ln w="25400">
            <a:solidFill>
              <a:srgbClr val="1F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Joint Training</a:t>
            </a:r>
            <a:br/>
            <a:r>
              <a:t>(IL + SR)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249650" y="3152775"/>
            <a:ext cx="1457325" cy="447675"/>
          </a:xfrm>
          <a:prstGeom prst="roundRect">
            <a:avLst/>
          </a:prstGeom>
          <a:solidFill>
            <a:srgbClr val="4A90D9"/>
          </a:solidFill>
          <a:ln w="27940">
            <a:solidFill>
              <a:srgbClr val="1F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Updated LLM Policy 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