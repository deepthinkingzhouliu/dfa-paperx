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028825" y="3357562"/>
            <a:ext cx="55245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657350" y="719137"/>
            <a:ext cx="2867025" cy="2643188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971925" y="3357562"/>
            <a:ext cx="552450" cy="4763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6000" y="3362325"/>
            <a:ext cx="55245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620000" y="2138362"/>
            <a:ext cx="638175" cy="1223963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410700" y="2138362"/>
            <a:ext cx="1095375" cy="4763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00250" y="1719262"/>
            <a:ext cx="8505825" cy="423863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7620000" y="3357562"/>
            <a:ext cx="666750" cy="4763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372600" y="3357562"/>
            <a:ext cx="68580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20000" y="3362325"/>
            <a:ext cx="552450" cy="790575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05950" y="4152900"/>
            <a:ext cx="2552700" cy="423862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515725" y="3357562"/>
            <a:ext cx="542925" cy="12192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286875" y="4576762"/>
            <a:ext cx="2771775" cy="347663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20000" y="3362325"/>
            <a:ext cx="762000" cy="15621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844462" y="2628900"/>
            <a:ext cx="1824038" cy="167640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15725" y="2143125"/>
            <a:ext cx="4191000" cy="1214437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154275" y="2143125"/>
            <a:ext cx="552450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049000" y="2143125"/>
            <a:ext cx="5753100" cy="4762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6249650" y="2143125"/>
            <a:ext cx="552450" cy="4762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096000" y="2147887"/>
            <a:ext cx="10706100" cy="1214438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7620000" y="2147887"/>
            <a:ext cx="9182100" cy="1214438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9372600" y="2147887"/>
            <a:ext cx="7429500" cy="1209675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32103"/>
            <a:ext cx="1457325" cy="1450919"/>
          </a:xfrm>
          <a:prstGeom prst="rect">
            <a:avLst/>
          </a:prstGeom>
        </p:spPr>
      </p:pic>
      <p:pic>
        <p:nvPicPr>
          <p:cNvPr id="25" name="Picture 24" descr="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997294"/>
            <a:ext cx="1419225" cy="1443937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33450" y="571500"/>
            <a:ext cx="723900" cy="295275"/>
          </a:xfrm>
          <a:prstGeom prst="roundRect">
            <a:avLst/>
          </a:prstGeom>
          <a:solidFill>
            <a:srgbClr val="FC8D62"/>
          </a:solidFill>
          <a:ln w="15875">
            <a:solidFill>
              <a:srgbClr val="C96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333333"/>
                </a:solidFill>
                <a:latin typeface="Arial"/>
              </a:defRPr>
            </a:pPr>
            <a:r>
              <a:t>Loc Token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81275" y="3114675"/>
            <a:ext cx="1390650" cy="485775"/>
          </a:xfrm>
          <a:prstGeom prst="roundRect">
            <a:avLst/>
          </a:prstGeom>
          <a:solidFill>
            <a:srgbClr val="4A90D9"/>
          </a:solidFill>
          <a:ln w="15875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Smaller Patch Tokenizer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4375" y="3028950"/>
            <a:ext cx="1571625" cy="666750"/>
          </a:xfrm>
          <a:prstGeom prst="roundRect">
            <a:avLst/>
          </a:prstGeom>
          <a:solidFill>
            <a:srgbClr val="4A90D9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SegFormer Backbone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8450" y="3152775"/>
            <a:ext cx="971550" cy="419100"/>
          </a:xfrm>
          <a:prstGeom prst="roundRect">
            <a:avLst/>
          </a:prstGeom>
          <a:solidFill>
            <a:srgbClr val="8DA0CB"/>
          </a:solidFill>
          <a:ln w="15875">
            <a:solidFill>
              <a:srgbClr val="62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Adapter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58175" y="1914525"/>
            <a:ext cx="1152525" cy="447675"/>
          </a:xfrm>
          <a:prstGeom prst="roundRect">
            <a:avLst/>
          </a:prstGeom>
          <a:solidFill>
            <a:srgbClr val="4A90D9"/>
          </a:solidFill>
          <a:ln w="15875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Cls Head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86750" y="3114675"/>
            <a:ext cx="1085850" cy="485775"/>
          </a:xfrm>
          <a:prstGeom prst="roundRect">
            <a:avLst/>
          </a:prstGeom>
          <a:solidFill>
            <a:srgbClr val="4A90D9"/>
          </a:solidFill>
          <a:ln w="15875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Decoder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2450" y="3895725"/>
            <a:ext cx="1333500" cy="514350"/>
          </a:xfrm>
          <a:prstGeom prst="roundRect">
            <a:avLst/>
          </a:prstGeom>
          <a:solidFill>
            <a:srgbClr val="66C2A5"/>
          </a:solidFill>
          <a:ln w="15875">
            <a:solidFill>
              <a:srgbClr val="3A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Patch Clustering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82000" y="4591050"/>
            <a:ext cx="904875" cy="666750"/>
          </a:xfrm>
          <a:prstGeom prst="roundRect">
            <a:avLst/>
          </a:prstGeom>
          <a:solidFill>
            <a:srgbClr val="EAF2FB"/>
          </a:solidFill>
          <a:ln w="15875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333333"/>
                </a:solidFill>
                <a:latin typeface="Arial"/>
              </a:defRPr>
            </a:pPr>
            <a:r>
              <a:t>Memory Bank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06075" y="1933575"/>
            <a:ext cx="542925" cy="419100"/>
          </a:xfrm>
          <a:prstGeom prst="roundRect">
            <a:avLst/>
          </a:prstGeom>
          <a:solidFill>
            <a:srgbClr val="F7F7F7"/>
          </a:solidFill>
          <a:ln w="15875">
            <a:solidFill>
              <a:srgbClr val="C96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333333"/>
                </a:solidFill>
                <a:latin typeface="Arial"/>
              </a:defRPr>
            </a:pPr>
            <a:r>
              <a:t>L_cls</a:t>
            </a:r>
          </a:p>
        </p:txBody>
      </p:sp>
      <p:pic>
        <p:nvPicPr>
          <p:cNvPr id="35" name="Picture 34" descr="n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2630505"/>
            <a:ext cx="1457325" cy="1454115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12058650" y="4305300"/>
            <a:ext cx="1571625" cy="542925"/>
          </a:xfrm>
          <a:prstGeom prst="roundRect">
            <a:avLst/>
          </a:prstGeom>
          <a:solidFill>
            <a:srgbClr val="4A90D9"/>
          </a:solidFill>
          <a:ln w="15875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Pseudo-label Generator</a:t>
            </a:r>
          </a:p>
        </p:txBody>
      </p:sp>
      <p:pic>
        <p:nvPicPr>
          <p:cNvPr id="37" name="Picture 36" descr="n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82725" y="1657350"/>
            <a:ext cx="971550" cy="97155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15706725" y="1933575"/>
            <a:ext cx="542925" cy="419100"/>
          </a:xfrm>
          <a:prstGeom prst="roundRect">
            <a:avLst/>
          </a:prstGeom>
          <a:solidFill>
            <a:srgbClr val="F7F7F7"/>
          </a:solidFill>
          <a:ln w="15875">
            <a:solidFill>
              <a:srgbClr val="C96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333333"/>
                </a:solidFill>
                <a:latin typeface="Arial"/>
              </a:defRPr>
            </a:pPr>
            <a:r>
              <a:t>L_ce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6802100" y="1695450"/>
            <a:ext cx="904875" cy="904875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333333"/>
                </a:solidFill>
                <a:latin typeface="Arial"/>
              </a:defRPr>
            </a:pPr>
            <a:r>
              <a:t>L = L_cls + L_ce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