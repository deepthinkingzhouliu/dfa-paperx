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752725" y="6929437"/>
            <a:ext cx="952500" cy="95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5629275" y="6929437"/>
            <a:ext cx="1009650" cy="95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343150" y="5319712"/>
            <a:ext cx="4295775" cy="16097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 flipV="1">
            <a:off x="2428875" y="1985962"/>
            <a:ext cx="4210050" cy="494347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28875" y="1985962"/>
            <a:ext cx="1323975" cy="26098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581650" y="3848100"/>
            <a:ext cx="1609725" cy="747712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38450" y="3690937"/>
            <a:ext cx="4352925" cy="157163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695450" y="2305050"/>
            <a:ext cx="2971800" cy="29337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667250" y="3162300"/>
            <a:ext cx="3167062" cy="20764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95450" y="2305050"/>
            <a:ext cx="2981325" cy="55245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86425" y="8196262"/>
            <a:ext cx="4295775" cy="5715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543550" y="8767762"/>
            <a:ext cx="4438650" cy="5048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34312" y="3162300"/>
            <a:ext cx="3248025" cy="52387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1082337" y="5829300"/>
            <a:ext cx="2647950" cy="25717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53525" y="2062162"/>
            <a:ext cx="6115050" cy="30289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439900" y="5091112"/>
            <a:ext cx="828675" cy="4763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2571750" y="981075"/>
            <a:ext cx="4619625" cy="2867025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2571750" y="981075"/>
            <a:ext cx="12696825" cy="4110037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695450" y="2305050"/>
            <a:ext cx="2976562" cy="653415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" y="5835608"/>
            <a:ext cx="2114550" cy="2187659"/>
          </a:xfrm>
          <a:prstGeom prst="rect">
            <a:avLst/>
          </a:prstGeom>
        </p:spPr>
      </p:pic>
      <p:pic>
        <p:nvPicPr>
          <p:cNvPr id="22" name="Picture 21" descr="n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91603"/>
            <a:ext cx="2266950" cy="2198668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1057275" y="5067300"/>
            <a:ext cx="1285875" cy="504825"/>
          </a:xfrm>
          <a:prstGeom prst="roundRect">
            <a:avLst/>
          </a:prstGeom>
          <a:solidFill>
            <a:srgbClr val="FC8D62"/>
          </a:solidFill>
          <a:ln w="15875">
            <a:solidFill>
              <a:srgbClr val="C85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t>Loc Token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2025" y="1666875"/>
            <a:ext cx="1466850" cy="638175"/>
          </a:xfrm>
          <a:prstGeom prst="roundRect">
            <a:avLst/>
          </a:prstGeom>
          <a:solidFill>
            <a:srgbClr val="D9EAFB"/>
          </a:solidFill>
          <a:ln w="15875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Adapter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675" y="571500"/>
            <a:ext cx="1743075" cy="819150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Update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5225" y="6572250"/>
            <a:ext cx="1924050" cy="733425"/>
          </a:xfrm>
          <a:prstGeom prst="roundRect">
            <a:avLst/>
          </a:prstGeom>
          <a:solidFill>
            <a:srgbClr val="D9EAFB"/>
          </a:solidFill>
          <a:ln w="15875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Patch Embedding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229100"/>
            <a:ext cx="1828800" cy="733425"/>
          </a:xfrm>
          <a:prstGeom prst="roundRect">
            <a:avLst/>
          </a:prstGeom>
          <a:solidFill>
            <a:srgbClr val="8DA0CB"/>
          </a:solidFill>
          <a:ln w="15875">
            <a:solidFill>
              <a:srgbClr val="5F6F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Classifier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52850" y="5238750"/>
            <a:ext cx="1828800" cy="733425"/>
          </a:xfrm>
          <a:prstGeom prst="roundRect">
            <a:avLst/>
          </a:prstGeom>
          <a:solidFill>
            <a:srgbClr val="D9EAFB"/>
          </a:solidFill>
          <a:ln w="15875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Decoder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67125" y="7829550"/>
            <a:ext cx="2019300" cy="733425"/>
          </a:xfrm>
          <a:prstGeom prst="roundRect">
            <a:avLst/>
          </a:prstGeom>
          <a:solidFill>
            <a:srgbClr val="D9EAFB"/>
          </a:solidFill>
          <a:ln w="15875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Patch Clustering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00475" y="8839200"/>
            <a:ext cx="1743075" cy="866775"/>
          </a:xfrm>
          <a:prstGeom prst="roundRect">
            <a:avLst/>
          </a:prstGeom>
          <a:solidFill>
            <a:srgbClr val="E6F3EE"/>
          </a:solidFill>
          <a:ln w="15875">
            <a:solidFill>
              <a:srgbClr val="3A7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333333"/>
                </a:solidFill>
                <a:latin typeface="Arial"/>
              </a:defRPr>
            </a:pPr>
            <a:r>
              <a:t>Memory Bank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38925" y="6496050"/>
            <a:ext cx="2381250" cy="866775"/>
          </a:xfrm>
          <a:prstGeom prst="roundRect">
            <a:avLst/>
          </a:prstGeom>
          <a:solidFill>
            <a:srgbClr val="4A90D9"/>
          </a:solidFill>
          <a:ln w="19050">
            <a:solidFill>
              <a:srgbClr val="2E5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t>SegFormer Backbone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91375" y="3438525"/>
            <a:ext cx="1285875" cy="819150"/>
          </a:xfrm>
          <a:prstGeom prst="rect">
            <a:avLst/>
          </a:prstGeom>
          <a:solidFill>
            <a:srgbClr val="E41A1C"/>
          </a:solidFill>
          <a:ln w="15875">
            <a:solidFill>
              <a:srgbClr val="A315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t>L_cls</a:t>
            </a:r>
          </a:p>
        </p:txBody>
      </p:sp>
      <p:pic>
        <p:nvPicPr>
          <p:cNvPr id="33" name="Picture 32" descr="n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965163"/>
            <a:ext cx="2638425" cy="21939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9982200" y="8401050"/>
            <a:ext cx="2200275" cy="733425"/>
          </a:xfrm>
          <a:prstGeom prst="roundRect">
            <a:avLst/>
          </a:prstGeom>
          <a:solidFill>
            <a:srgbClr val="8DA0CB"/>
          </a:solidFill>
          <a:ln w="15875">
            <a:solidFill>
              <a:srgbClr val="5F6F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Pseudo Labeling</a:t>
            </a:r>
          </a:p>
        </p:txBody>
      </p:sp>
      <p:pic>
        <p:nvPicPr>
          <p:cNvPr id="35" name="Picture 34" descr="n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0675" y="4363675"/>
            <a:ext cx="1419225" cy="1464399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15268575" y="4657725"/>
            <a:ext cx="1371600" cy="866775"/>
          </a:xfrm>
          <a:prstGeom prst="rect">
            <a:avLst/>
          </a:prstGeom>
          <a:solidFill>
            <a:srgbClr val="E41A1C"/>
          </a:solidFill>
          <a:ln w="15875">
            <a:solidFill>
              <a:srgbClr val="A315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t>L_ce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