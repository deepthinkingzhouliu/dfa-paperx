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476250"/>
            <a:ext cx="17335500" cy="3238500"/>
          </a:xfrm>
          <a:prstGeom prst="rect">
            <a:avLst/>
          </a:prstGeom>
        </p:spPr>
      </p:pic>
      <p:pic>
        <p:nvPicPr>
          <p:cNvPr id="3" name="Picture 2" descr="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000500"/>
            <a:ext cx="5905500" cy="5810250"/>
          </a:xfrm>
          <a:prstGeom prst="rect">
            <a:avLst/>
          </a:prstGeom>
        </p:spPr>
      </p:pic>
      <p:pic>
        <p:nvPicPr>
          <p:cNvPr id="4" name="Picture 3" descr="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4000500"/>
            <a:ext cx="5334000" cy="5810250"/>
          </a:xfrm>
          <a:prstGeom prst="rect">
            <a:avLst/>
          </a:prstGeom>
        </p:spPr>
      </p:pic>
      <p:pic>
        <p:nvPicPr>
          <p:cNvPr id="5" name="Picture 4" descr="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7250" y="4000500"/>
            <a:ext cx="5524500" cy="2857500"/>
          </a:xfrm>
          <a:prstGeom prst="rect">
            <a:avLst/>
          </a:prstGeom>
        </p:spPr>
      </p:pic>
      <p:pic>
        <p:nvPicPr>
          <p:cNvPr id="6" name="Picture 5" descr="c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87250" y="7143750"/>
            <a:ext cx="5524500" cy="266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